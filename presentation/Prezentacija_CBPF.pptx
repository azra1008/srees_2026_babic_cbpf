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4E79"/>
                </a:solidFill>
              </a:defRPr>
            </a:pPr>
            <a:r>
              <a:t>Konvertor nelinearnog strujnog balansa:</a:t>
            </a:r>
            <a:br/>
            <a:r>
              <a:t>polarne koordinate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624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666666"/>
                </a:solidFill>
              </a:defRPr>
            </a:pPr>
            <a:r>
              <a:t>Azra Babić, index 19029  •  SREES 2026</a:t>
            </a:r>
          </a:p>
          <a:p>
            <a:pPr algn="ctr">
              <a:defRPr sz="1800">
                <a:solidFill>
                  <a:srgbClr val="666666"/>
                </a:solidFill>
              </a:defRPr>
            </a:pPr>
            <a:r>
              <a:t>C++ plugin za dTwin  (natID SDK)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Zadatak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Proračun tokova snaga: za zadane injekcije snaga naći napone V i uglove δ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Metoda: nelinearni STRUJNI BALANS (ΔI = 0) u polarnim koordinatama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Nije samo rješavač — pravi se KONVERTOR: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   – čita MATPOWER .m → generiše dTwin .dmodl NL model → dTwin ga riješi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Zahtjevi: C++, konverzija u jednoj niti, progres u drugoj, GUI, plugin (dll)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Teorija — strujni balans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Proračunata struja:  I_i = Σ Y_ik·V_k·e^{j(θ_ik+δ_k)}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Zadana struja:  I_i^sp = (P_i − jQ_i)/V_i · e^{jδ_i}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Jednačine (2 po čvoru):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   – Σ Y_ik·V_k·cos(θ_ik+δ_k) = (P_i·cosδ_i + Q_i·sinδ_i)/V_i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   – Σ Y_ik·V_k·sin(θ_ik+δ_k) = (P_i·sinδ_i − Q_i·cosδ_i)/V_i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PQ: nepoznate δ,V   PV: δ, Q_g (V fiksno)   Slack: fiksno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Rješava se Newton–Raphsonom (rijedak Jakobijan)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Tok konverzije</a:t>
            </a:r>
          </a:p>
        </p:txBody>
      </p:sp>
      <p:pic>
        <p:nvPicPr>
          <p:cNvPr id="3" name="Picture 2" descr="02_tok_konverzij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11064240" cy="25051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Implementacija (plugin)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sc::IPlugin → getPluginInterface(); Model → Import; tip NL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Converter.h — jezgra: parsiranje, Y-bus, generisanje .dmodl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ViewConv.h — GUI: izbor datoteka, dugme, progres-bar, status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Threading: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   – konverzija u std::thread radniku (ne blokira GUI)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   – progres na glavnoj niti: gui::thread::asyncExecInMainThread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Izlaz: .dmodl preko std::ofstream + arhiva preko put()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Rezultat — case9 (WSCC 9)</a:t>
            </a:r>
          </a:p>
        </p:txBody>
      </p:sp>
      <p:pic>
        <p:nvPicPr>
          <p:cNvPr id="3" name="Picture 2" descr="01_jednopolna_cas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371600"/>
            <a:ext cx="6400800" cy="49122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Validacija (3 provjere)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Y-bus == referentni case9.dmodl (10+ cifara)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Reziduali strujnog balansa u tačnom rješenju: 2.4·10⁻¹³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NR konvergira za 4 iteracije (isto kao balans snaga)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dTwin modSolver riješio generisani model: status OK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PV čvorovi tačno izračunali Q_g</a:t>
            </a:r>
          </a:p>
        </p:txBody>
      </p:sp>
      <p:pic>
        <p:nvPicPr>
          <p:cNvPr id="4" name="Picture 3" descr="03_profil_napo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5120640" cy="31627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Rezultat vs. referenca (case9)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377440" y="1234440"/>
          <a:ext cx="74066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  <a:gridCol w="1481328"/>
                <a:gridCol w="1481328"/>
                <a:gridCol w="1481328"/>
                <a:gridCol w="1481328"/>
              </a:tblGrid>
              <a:tr h="429768"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Čvor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V (dTwin)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V (ref.)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δ° (dTwin)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δ° (ref.)</a:t>
                      </a:r>
                    </a:p>
                  </a:txBody>
                  <a:tcPr/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1.0400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1.0400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1.0250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1.0250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9.28</a:t>
                      </a:r>
                    </a:p>
                  </a:txBody>
                  <a:tcPr/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1.0250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1.0250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4.66</a:t>
                      </a:r>
                    </a:p>
                  </a:txBody>
                  <a:tcPr/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1.0258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1.0258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−2.22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−2.22</a:t>
                      </a:r>
                    </a:p>
                  </a:txBody>
                  <a:tcPr/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1.0127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1.0127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−3.69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−3.69</a:t>
                      </a:r>
                    </a:p>
                  </a:txBody>
                  <a:tcPr/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1.0324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1.0324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1.97</a:t>
                      </a:r>
                    </a:p>
                  </a:txBody>
                  <a:tcPr/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1.0159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1.0159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0.73</a:t>
                      </a:r>
                    </a:p>
                  </a:txBody>
                  <a:tcPr/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1.0258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1.0258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3.72</a:t>
                      </a:r>
                    </a:p>
                  </a:txBody>
                  <a:tcPr/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0.9956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0.9956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−3.99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−3.99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377440" y="57150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Lijevo: dTwin modSolver.  Referenca: standardno rješenje (MATPOWER case9 / provjereni NR).  Poklapanje na 4+ decimale.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Zaključak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Konvertor strujnog balansa (polarno) — implementiran i validiran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Formulacija daje fizički ispravno rješenje (potvrđeno dTwin solverom)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Ispunjeni svi zahtjevi teme (C++, threading, GUI, plugin/dll)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Sve matrice preko natID-a: Y-bus u dense::CmplxMatrix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</a:defRPr>
            </a:pPr>
            <a:r>
              <a:t>   – (potrebna aktuelna/main verzija natID-a s ispravljenim headerima)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